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b0e1daf6a484e" /><Relationship Type="http://schemas.openxmlformats.org/officeDocument/2006/relationships/extended-properties" Target="/docProps/app.xml" Id="R06149c2474f64d58" /><Relationship Type="http://schemas.openxmlformats.org/officeDocument/2006/relationships/officeDocument" Target="/ppt/presentation.xml" Id="Rfaa0b663a46d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43892c78544981"/>
  </p:sldMasterIdLst>
  <p:notesMasterIdLst>
    <p:notesMasterId xmlns:r="http://schemas.openxmlformats.org/officeDocument/2006/relationships" r:id="Rcbe23a0af9854b29"/>
  </p:notesMasterIdLst>
  <p:sldIdLst>
    <p:sldId xmlns:r="http://schemas.openxmlformats.org/officeDocument/2006/relationships" id="256" r:id="R3e02212f1fb341ab"/>
    <p:sldId xmlns:r="http://schemas.openxmlformats.org/officeDocument/2006/relationships" id="257" r:id="R8ae3c9e752244c3f"/>
    <p:sldId xmlns:r="http://schemas.openxmlformats.org/officeDocument/2006/relationships" id="258" r:id="Rc8e60c97bf004d80"/>
    <p:sldId xmlns:r="http://schemas.openxmlformats.org/officeDocument/2006/relationships" id="259" r:id="R002a461c746847ae"/>
    <p:sldId xmlns:r="http://schemas.openxmlformats.org/officeDocument/2006/relationships" id="260" r:id="R9e9290c448cc4e9f"/>
    <p:sldId xmlns:r="http://schemas.openxmlformats.org/officeDocument/2006/relationships" id="261" r:id="R93c1dbb5042c47c8"/>
    <p:sldId xmlns:r="http://schemas.openxmlformats.org/officeDocument/2006/relationships" id="262" r:id="R65352af3817a4afd"/>
    <p:sldId xmlns:r="http://schemas.openxmlformats.org/officeDocument/2006/relationships" id="263" r:id="Rdb54b5e616724827"/>
    <p:sldId xmlns:r="http://schemas.openxmlformats.org/officeDocument/2006/relationships" id="264" r:id="R426f71f252ef4571"/>
    <p:sldId xmlns:r="http://schemas.openxmlformats.org/officeDocument/2006/relationships" id="265" r:id="Rf6b50bf54ca842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3892c78544981" /><Relationship Type="http://schemas.openxmlformats.org/officeDocument/2006/relationships/theme" Target="/ppt/theme/theme1.xml" Id="Rb8e6eb9ca2c64744" /><Relationship Type="http://schemas.openxmlformats.org/officeDocument/2006/relationships/notesMaster" Target="/ppt/notesMasters/notesMaster1.xml" Id="Rcbe23a0af9854b29" /><Relationship Type="http://schemas.openxmlformats.org/officeDocument/2006/relationships/presProps" Target="/ppt/presProps.xml" Id="Ra738e42c5bd24a39" /><Relationship Type="http://schemas.openxmlformats.org/officeDocument/2006/relationships/viewProps" Target="/ppt/viewProps.xml" Id="R79a0d61673a847c1" /><Relationship Type="http://schemas.openxmlformats.org/officeDocument/2006/relationships/tableStyles" Target="/ppt/tableStyles.xml" Id="R87f4409601fb43bd" /><Relationship Type="http://schemas.openxmlformats.org/officeDocument/2006/relationships/slide" Target="/ppt/slides/slide1.xml" Id="R3e02212f1fb341ab" /><Relationship Type="http://schemas.openxmlformats.org/officeDocument/2006/relationships/slide" Target="/ppt/slides/slide2.xml" Id="R8ae3c9e752244c3f" /><Relationship Type="http://schemas.openxmlformats.org/officeDocument/2006/relationships/slide" Target="/ppt/slides/slide3.xml" Id="Rc8e60c97bf004d80" /><Relationship Type="http://schemas.openxmlformats.org/officeDocument/2006/relationships/slide" Target="/ppt/slides/slide4.xml" Id="R002a461c746847ae" /><Relationship Type="http://schemas.openxmlformats.org/officeDocument/2006/relationships/slide" Target="/ppt/slides/slide5.xml" Id="R9e9290c448cc4e9f" /><Relationship Type="http://schemas.openxmlformats.org/officeDocument/2006/relationships/slide" Target="/ppt/slides/slide6.xml" Id="R93c1dbb5042c47c8" /><Relationship Type="http://schemas.openxmlformats.org/officeDocument/2006/relationships/slide" Target="/ppt/slides/slide7.xml" Id="R65352af3817a4afd" /><Relationship Type="http://schemas.openxmlformats.org/officeDocument/2006/relationships/slide" Target="/ppt/slides/slide8.xml" Id="Rdb54b5e616724827" /><Relationship Type="http://schemas.openxmlformats.org/officeDocument/2006/relationships/slide" Target="/ppt/slides/slide9.xml" Id="R426f71f252ef4571" /><Relationship Type="http://schemas.openxmlformats.org/officeDocument/2006/relationships/slide" Target="/ppt/slides/slide10.xml" Id="Rf6b50bf54ca8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a86ce1b17f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165be06b441db" /><Relationship Type="http://schemas.openxmlformats.org/officeDocument/2006/relationships/notesMaster" Target="/ppt/notesMasters/notesMaster1.xml" Id="Rf38ca8e261c240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eea31a9a7a4ed5" /><Relationship Type="http://schemas.openxmlformats.org/officeDocument/2006/relationships/notesMaster" Target="/ppt/notesMasters/notesMaster1.xml" Id="Rbb9fc3780811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f1b1655874f25" /><Relationship Type="http://schemas.openxmlformats.org/officeDocument/2006/relationships/notesMaster" Target="/ppt/notesMasters/notesMaster1.xml" Id="R6aa2aeb038354f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dc8f78b9ad46c6" /><Relationship Type="http://schemas.openxmlformats.org/officeDocument/2006/relationships/notesMaster" Target="/ppt/notesMasters/notesMaster1.xml" Id="R2be73d4e1af4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ca4a435894796" /><Relationship Type="http://schemas.openxmlformats.org/officeDocument/2006/relationships/notesMaster" Target="/ppt/notesMasters/notesMaster1.xml" Id="R37f66c0537bf4b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86fbd869264919" /><Relationship Type="http://schemas.openxmlformats.org/officeDocument/2006/relationships/notesMaster" Target="/ppt/notesMasters/notesMaster1.xml" Id="R093d891bbdad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f146e870dc4fea" /><Relationship Type="http://schemas.openxmlformats.org/officeDocument/2006/relationships/notesMaster" Target="/ppt/notesMasters/notesMaster1.xml" Id="R8f115d291590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d75a1f89af4aa7" /><Relationship Type="http://schemas.openxmlformats.org/officeDocument/2006/relationships/notesMaster" Target="/ppt/notesMasters/notesMaster1.xml" Id="R245b63fb624741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7e0f4875f4452a" /><Relationship Type="http://schemas.openxmlformats.org/officeDocument/2006/relationships/notesMaster" Target="/ppt/notesMasters/notesMaster1.xml" Id="R78954e61a827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163d0363e54b4e" /><Relationship Type="http://schemas.openxmlformats.org/officeDocument/2006/relationships/notesMaster" Target="/ppt/notesMasters/notesMaster1.xml" Id="R0d9819f673b0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트레이딩 프로젝트가 아니라 운영 가능한 이상 탐지 시스템을 만들었다는 점을 첫 슬라이드에서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취업용 프로젝트이기 때문에 수익률보다 모니터링과 운영 규칙 설계를 선택한 배경을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프로젝트가 성능 이전에 데이터 감사부터 시작되었다는 점을 보여준다. gap과 저유동성 이슈는 운영형 모델링의 전제 조건이다.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notebooks/01_data_audit.ipynb and outputs/01_data_audit/*.csv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단순히 feature를 많이 쓰는 것이 아니라, drift와 중복을 먼저 파악해 이후 rule tuning을 위한 기반을 만들었다고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notebooks/02_eda_feature_review.ipynb and outputs/02_eda_feature_review/*.csv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복잡도보다 baseline 비교를 먼저 한 이유는 운영 trade-off를 빠르게 이해하기 위해서라고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notebooks/03_baseline_modeling.ipynb and outputs/03_baseline_modeling/*.csv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model 하나를 고른 것이 아니라, validation에서 운영 목적별 규칙을 분리한 과정이 핵심이라고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notebooks/04_threshold_tuning_and_rules.ipynb and outputs/04_threshold_tuning_and_rules/*.csv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balanced는 기본 운영안, conservative는 저경보 운영안으로 제안 가능하다는 메시지를 함께 전달한다.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notebooks/04_threshold_tuning_and_rules.ipynb and outputs/04_threshold_tuning_and_rules/*.csv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운영에서는 point score보다 하루 경보량과 missed day가 더 직관적이라는 점을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  <a:p xmlns:a="http://schemas.openxmlformats.org/drawingml/2006/main">
            <a:r>
              <a:t>- notebooks/04_threshold_tuning_and_rules.ipynb and outputs/04_threshold_tuning_and_rules/*.csv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면접에서는 모델 이름보다 anomaly monitoring, false alarm control, operations-ready rule design을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슬라이드에서는 분석 능력뿐 아니라 운영 규칙 설계와 도메인 번역 능력을 함께 보여준다고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notebooks and outputs under /Users/chankyulee/Desktop/ModuLABS/05_TimeSeries/Projects/FTS_Projects</a:t>
            </a:r>
          </a:p>
          <a:p xmlns:a="http://schemas.openxmlformats.org/drawingml/2006/main">
            <a:r>
              <a:t>- notebooks/05_monitoring_story_and_dashboard.ipynb and outputs/05_monitoring_story_and_dashboard/*.csv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567e80b61458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B87111F-BAD7-4DF9-A409-0C27F219A3C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0EC999D-C2FA-41C0-9CA2-894A7893671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4EA103-0629-437A-8481-A93537728F5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ED025E-4B87-42C9-826D-6212FCF187F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45f22c39204f29" /><Relationship Type="http://schemas.openxmlformats.org/officeDocument/2006/relationships/slideLayout" Target="/ppt/slideLayouts/slideLayout2.xml" Id="R026980435a664a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D0D898-6A22-4C49-B0B4-2C3D134C516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980435a664a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83b29fc6d4adf" /><Relationship Type="http://schemas.openxmlformats.org/officeDocument/2006/relationships/image" Target="/ppt/media/image.png" Id="R405b2b1659734706" /><Relationship Type="http://schemas.openxmlformats.org/officeDocument/2006/relationships/notesSlide" Target="/ppt/notesSlides/notesSlide1.xml" Id="R28725776211b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67495b40c48de" /><Relationship Type="http://schemas.openxmlformats.org/officeDocument/2006/relationships/image" Target="/ppt/media/image2.png" Id="Raa8ad8862d9b4959" /><Relationship Type="http://schemas.openxmlformats.org/officeDocument/2006/relationships/notesSlide" Target="/ppt/notesSlides/notesSlide2.xml" Id="R8e10acc4af4b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6dfdba2ce43d3" /><Relationship Type="http://schemas.openxmlformats.org/officeDocument/2006/relationships/image" Target="/ppt/media/image3.png" Id="Rb680d9443c5f41d1" /><Relationship Type="http://schemas.openxmlformats.org/officeDocument/2006/relationships/notesSlide" Target="/ppt/notesSlides/notesSlide3.xml" Id="R140e0c9085af42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b670f914946da" /><Relationship Type="http://schemas.openxmlformats.org/officeDocument/2006/relationships/image" Target="/ppt/media/image4.png" Id="Rd8326e2823794baa" /><Relationship Type="http://schemas.openxmlformats.org/officeDocument/2006/relationships/notesSlide" Target="/ppt/notesSlides/notesSlide4.xml" Id="R757f512b15ed41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67a0c631cf4b12" /><Relationship Type="http://schemas.openxmlformats.org/officeDocument/2006/relationships/image" Target="/ppt/media/image5.png" Id="R3cce406e718b4505" /><Relationship Type="http://schemas.openxmlformats.org/officeDocument/2006/relationships/notesSlide" Target="/ppt/notesSlides/notesSlide5.xml" Id="R4e12b6834f7c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a727314d514b8f" /><Relationship Type="http://schemas.openxmlformats.org/officeDocument/2006/relationships/image" Target="/ppt/media/image6.png" Id="Rab374d10d21a425b" /><Relationship Type="http://schemas.openxmlformats.org/officeDocument/2006/relationships/notesSlide" Target="/ppt/notesSlides/notesSlide6.xml" Id="Ra08e7480de94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4b5cf6e3b486a" /><Relationship Type="http://schemas.openxmlformats.org/officeDocument/2006/relationships/image" Target="/ppt/media/image7.png" Id="R06fd8b82ce8e4b49" /><Relationship Type="http://schemas.openxmlformats.org/officeDocument/2006/relationships/notesSlide" Target="/ppt/notesSlides/notesSlide7.xml" Id="Re1121c97c9f9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e00d3a71e431a" /><Relationship Type="http://schemas.openxmlformats.org/officeDocument/2006/relationships/image" Target="/ppt/media/image8.png" Id="R46322b57cab3431e" /><Relationship Type="http://schemas.openxmlformats.org/officeDocument/2006/relationships/notesSlide" Target="/ppt/notesSlides/notesSlide8.xml" Id="Rafb0eea41fa6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16a1711f94891" /><Relationship Type="http://schemas.openxmlformats.org/officeDocument/2006/relationships/image" Target="/ppt/media/image9.png" Id="R21ddb8d3a7814330" /><Relationship Type="http://schemas.openxmlformats.org/officeDocument/2006/relationships/notesSlide" Target="/ppt/notesSlides/notesSlide9.xml" Id="R61a42757fa1943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d6f88bd5d4900" /><Relationship Type="http://schemas.openxmlformats.org/officeDocument/2006/relationships/image" Target="/ppt/media/image10.png" Id="Rc418313ea03d4b7b" /><Relationship Type="http://schemas.openxmlformats.org/officeDocument/2006/relationships/notesSlide" Target="/ppt/notesSlides/notesSlide10.xml" Id="R6680cb5e0423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b2b165973470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CEFA3-5EB5-4F14-8C1C-0DE9ED4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2D4A7-2A59-4FA6-9555-0840200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682A0-A4B1-412F-A923-6B1CB97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ANOMALY MONITORING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4321F-C40B-4160-BB45-8F617BFC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이더리움 1분봉 기반</a:t>
            </a:r>
          </a:p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이상 상태 조기경보 시스템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7E679-37D9-42C4-BE06-2C4C082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고빈도 시계열 데이터를 반도체 공정 모니터링 문제로 재해석해 이상 탐지와 오경보 제어 규칙을 설계했습니다.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0944-A1F1-4716-87C0-8F11F1F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7C8B7-4435-49FE-ABE1-284FDAE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탐지 성능과 오경보 부담의 균형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AE09A-CB92-4034-A233-431D918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5072345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ad8862d9b495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6A990-1ACA-4613-B578-DE5E143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6F39-300A-43CB-B99C-812AC1A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FRAMING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7F4B7-C682-4EF5-89EF-5D907A4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A512F-E34A-4D75-9881-F61FCBB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45A2F-0794-44F9-ABDD-57FD79A6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5F954-23A6-4EF8-9DD4-A8DE8172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왜 트레이딩이 아니라 모니터링 문제로 풀었나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F35E7-88B6-41AB-ADAD-8ABDE8D2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수익률 예측보다 이상 상태 탐지와 운영 가능성을 보여주는 것이 목표였습니다.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498AA-CB0C-4348-874A-7B8635C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659BE-F51E-45D7-A097-33F7864F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564D2-BCD3-4CB1-9315-881626A6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7A82-5F4E-4A7A-BD1B-E2BFE04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F6742-D077-4CB3-80E5-F5AAC17F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8406B-CBD8-4AD7-8FD6-7A924CC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8B4E-4A93-4447-9D86-464E00AE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직무 적합성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E4B40-7861-4C31-8F12-B6EE0CCE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반도체 데이터 직무는 이상 감지, 변동성 모니터링,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오경보 감소 역량을 더 직접적으로 요구합니다.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000E8-EAF0-4B06-98F3-EFC760C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059CD-6A8D-4CBE-9EAA-C1890CCA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F5050-317A-4A8B-8528-D0EA866A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EF514-9C7E-4E7C-969C-57434AB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66FD0-DD86-478B-8B93-A25518D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599A5-8C8D-4FD1-9C74-A88FF722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E0177-0D51-437C-A1F7-51A831CB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문제 재정의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2B3A1-8C1F-4132-A778-36584389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가격 급등락은 공정 excursion, 거래량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burst는 센서 신호 급증으로 해석했습니다.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5346A-A700-4138-AEFC-F788EDEE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E6AE1-4D22-4FD9-8B8D-4898380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7611A-7DFE-4C44-8FEB-1FBCA1B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28D1B-D706-47C6-8644-777D15E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3CD46-35BE-425C-B931-A7E0718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CFFBD-0302-4E06-9817-5CBBBDB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E30EA-FA99-4790-BCCE-9896E68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핵심 질문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5AAB39-2429-467D-A7BD-9BF959B3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이상 상태를 더 빨리 잡으면서도 현업이 감당 가능한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경보량으로 줄일 수 있는가를 검증했습니다.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CC40B-1A23-409B-B328-C38DA33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531481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0d9443c5f41d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CE1B4-196E-4EE1-BC97-0BCCDE4B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CA24B-2801-46C0-919E-E13EEF3D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951DA-7493-4527-8305-62462FA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B0858-90B9-40F1-B4CA-7ABC393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E411C-C7C3-4DA1-AD2A-F29E961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7BC8A-7A96-4B80-8F5C-0A99F865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원본 데이터 품질과 리스크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EF67A-FEFD-48B9-ADBA-21821435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연속 1분봉으로 가정할 수 없는 구간을 먼저 분리해 모델링 전에 데이터 품질 문제를 해결했습니다.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DDAF5-324C-4513-9DC1-D68B23B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56B8E-FF16-45CB-B902-647A879D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56A41-A39E-4D87-9A73-96083C0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1,000,000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98C4A-27AE-4BF2-A724-90B3EA40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원본 행 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1AF5-60A0-4E32-B291-6D6A9444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2017-09-25 ~ 2019-11-03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97C65-231F-4629-8E74-9239878B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F3B41-13D4-4FA4-A11E-E0080A9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1E9B0-BF5D-42F5-BC36-B3D8381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9.73%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FA980-E3F2-45B6-9DEF-BA2B4C98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누락 분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BB14D-73C9-4F65-8A8C-2C45045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전체 1분 시간축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235B7-4A20-4BCC-83FF-B710D65F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FB317-2AE3-445F-898F-182314A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F632A-217A-4A2C-946F-5E45FF38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4,924분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6B205-12C1-4E00-922E-1735193C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최대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027F3-6638-4987-B2CD-12C18C9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긴 공백 전후 구간 별도 주의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3E8B1-A287-481C-9F3A-090E0B6F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57305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26e2823794ba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FD56C-94EE-4196-8E15-CB601CC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15CD1-BB57-4FE7-8B40-238DD303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FEATURE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73DFE-981F-46B2-B30C-6B1800ED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A426A-62CC-41A0-A243-1A55C3BF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66146-341E-4550-9EA1-A52BC3FF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AAFA8-9E19-4821-BD64-1A8690E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EDA에서 확인한 특징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50AED-EFF5-4945-B96A-1753CFD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feature drift, redundancy, separability를 확인해 실제로 쓸 만한 feature와 주의할 feature를 구분했습니다.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72FF4-2E05-4863-A418-F1C303A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7D8BE-D80D-4FCF-AB8D-BF34DE4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8922C-A0FC-44F0-8ACB-00528CA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80335-3060-44E1-9C43-15E4CA0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D869E-87A6-4CA1-B989-702F3CD5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6A6AC-43FE-406A-9A15-5FE2B2AC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3381C-6559-41F6-B5EF-C0C4BE61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drift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5E41E-4B11-4024-ADE6-5CB6EDD5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가격 레벨 feature는 월별 drift가 컸고,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변동성 feature도 레짐 변화에 민감했습니다.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604C5-9CFF-4172-9176-BFA574A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3E933-28AE-45CB-A248-029CF4B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27F7D-2C08-4500-BEDB-0AD41138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63E1B-DC4F-4DAA-8918-B778F87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F0D38-CB43-427C-9FBA-AC347AFE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AFB63-BF4B-4AB8-A1A7-EDDF01B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54BBF-5B42-4509-AFF8-C0B0D3BF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redundancy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98DDD-7006-43E8-B479-B7E88F94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중복 정보가 큰 feature 쌍이 있어 대표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변수만 남기는 전략이 필요했습니다.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3536D-F857-48A2-86A6-B7DF367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14710-6F86-455F-8EBF-0B81EF0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350B6-411C-4890-A4DD-AFD28294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0FF02E-F2EB-4255-999C-277D292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DC8DF-A895-4CE9-8F81-600974E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39B0A-F386-40F5-91BE-BE81A89F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701A1-D550-4524-AFC0-0519A5B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separability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0F974F-AC26-4E9E-898B-8F5888AF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t_value 분리력은 momentum,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return 계열이 높아 방향성 정보가 강하다는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점을 확인했습니다.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6BFF1-717A-4D76-9567-2B8BF32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26214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e406e718b450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5169F-7D6E-4598-AB3D-CB0479B3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4CF0D-90C5-4CEA-908A-76CA2CE3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CA547-AAF8-48D1-984E-7A6A993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2D21D-02E4-4E7E-B12D-74490F1C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1B720-5A92-4954-9248-59F324B7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70D8-5D0E-4538-9220-057F0DF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Baseline 비교 전략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31580-3685-43C6-9427-8090DB89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복잡한 모델보다 먼저 단순 baseline의 trade-off를 확인하고, 운영 친화적인 기준을 찾는 데 집중했습니다.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DD333-606C-4BCA-9AD2-E1FD17EA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BFAC5-47B4-451D-A617-8F5E937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EB782-C6C8-48F5-A604-E4CD55D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D4140-2B8F-41B6-AE1D-38E359E9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95178-D89E-450F-BC2E-91922C59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B4124-E307-42B6-9F4B-30DB30F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A083C-8ED8-47C0-B448-C77A99F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rolling z-score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993D4-0ED3-421E-A777-A8B2558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직전 60분 대비 현재 수익률이 얼마나 이례적인지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계산해 민감한 탐지형 baseline을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만들었습니다.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13C11-F9FE-486B-8ABB-29BAB1F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A4F24-E27C-46CE-A809-C56E569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3DE5D-B9FD-4DC5-AFA3-E0890EB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607C7-D69D-4416-A816-0EF633A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CCF69-EBD4-49E5-91FE-D84BD91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86C3B-70FD-4B3A-B929-4077FA6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AC50C-18FD-4A1D-AF85-2CC0B31B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EWMA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2DC4A-3347-4996-8116-E457E5A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최근 데이터에 더 빠르게 반응하는 평균과 표준편차를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사용해 상태 변화 대응성을 비교했습니다.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19A07-2F90-4718-B1E5-A3EB681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B3DD9-5F1B-4A92-8CE4-C4465F17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AC334-E3B3-4E78-843A-FE3D5EA9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A9475A-CE57-4519-B262-D0DF47FA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852A5-9FD2-4515-B182-E5970AFD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35D97-423C-44ED-9850-DF019A7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83EA85-36FE-4B08-93C4-06AE19D1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Isolation Forest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EFDBA-5467-4285-B078-9FBD3FA0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다변량 feature를 활용한 보수형 비지도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이상탐지 모델로 false alarm 절감 가능성을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봤습니다.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4D26AE-3EBD-45E4-B01D-6A3339A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06888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74d10d21a425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B093F-4540-4A2C-A1F0-F5E7F901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8738D-E670-4AFA-A0B7-980BC33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RULE 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3488D-107F-4CE7-900F-6308B23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4B438-85E7-4AD0-9534-A7C967F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30A59-971C-4771-B808-C605338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A16AD-4519-497C-88EB-B3952EB2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Validation에서 rule을 어떻게 골랐나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1599A-0B43-47F9-A043-9DC5385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threshold 와 cooldown 조합을 validation에서 비교해 운영 목적에 따라 서로 다른 rule을 분리했습니다.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7E525-3154-4CD5-8F38-CF2A71CA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5C7C7-25FC-4E47-8DA8-EDADD19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B3916-F644-4784-8BFE-0211F29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0.0075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452F6-B690-4327-B24D-7365D7A0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alert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CEA8D-8E22-484F-B627-F97DB0EE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event_f1 과 false alert/day 균형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D8595-7FED-44F8-9805-0ED7600E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A6469-BBB4-4BCF-839E-89D06232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4C398-9620-4A27-AE57-174C708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0.0050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3443B-6DF2-4955-892E-66B4E732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Conservative alert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5DEB9-C7C9-4365-879A-5BE16C45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더 낮은 경보량 목표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554F1-C6B1-439E-BCF1-21F9492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4755D-F311-4C86-A1C5-D4962C3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0974D-992A-4343-ACA4-9ECD3E7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473B1-A30B-421B-965A-9981FD2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Cooldown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EBB28-819D-41E4-BAA0-1C0DABE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같은 이벤트 반복 알람 억제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26A04-9747-4A3C-81D1-EE7ADAB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67892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d8b82ce8e4b4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2CFF6-770D-427B-BB64-4F81ACC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799FF-818B-42C7-82DD-61A4548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FINAL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1DFFF-2C1C-4928-B2BE-5D71B0B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E2599-6371-4B45-9F5C-8842F59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EA6C3-4D71-481B-B9E4-05211BC6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15D65-3D23-4381-929E-A6F46439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Test에서 확인한 핵심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AF725-E060-431D-88F4-1186A141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balanced rule은 baseline보다 경보 부담을 크게 줄이면서 point 수준 F1도 개선했습니다.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B9A58-A899-4413-A1CD-573621D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FF283-E656-4677-9C86-447C523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9D27-B3A7-4926-9FF0-0891D41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+0.0187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43206-A858-4F14-B893-26ABD98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point F1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E188-57A7-47CC-8847-E70F490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0.2323 -&gt; 0.2510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C49C4-A013-454E-AC4E-F1D7ACD8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78179-2CCF-4803-AA72-21A63634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EB391-163F-4A36-8836-B0C7519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-47.3%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25332-EBE6-47B0-8B6C-23BC334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false alerts/day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55B32-5A54-4533-8408-0C1BE244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8.56 -&gt; 4.51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D4FC5-163C-4EB4-A646-31981A2A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47F3A-3BB4-4DD1-BE2C-0B9F0E26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E1048-BC66-4F15-BEAE-6FED423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-72.9%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FDA5D-1605-49C8-BB50-6CA4D76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Conservative false alerts/day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5AFE0-FB57-4402-A9B4-38DD286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8.56 -&gt; 2.32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454BC-2FC5-4EEC-B139-1502618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8323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22b57cab3431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A8A5-C9F0-4627-B85E-E00CF61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6CBE9-C092-4ABA-837D-6B5A91E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DAILY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7E253-B4D8-401B-A7D8-BFDE6278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EDFFC-1AC9-47B9-B142-5D32EED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B56C5-7C06-4540-8B03-CBFFEECF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68706-8969-47A8-93B7-E97B67F5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운영 관점에서 본 하루 단위 KPI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3C88-8591-402E-B039-BE937C8D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일별 집계로 보면 balanced rule이 실제 이벤트 규모와 가장 가까운 경보량을 유지했습니다.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83F27-0DBE-4098-A612-8BBEE50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F5989-13EA-4879-8833-0030EA42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8AA62-6E14-4CE0-8CD8-736301D4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204일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C1954-A033-407E-8302-851DF8A8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Test 운영 기간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44BDD-F520-4090-802B-CC0D48D3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2019-04-14 ~ 2019-11-03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357E7-E53A-41E9-A703-B978D4B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3C83D-A823-46BD-9A86-7DC492B3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4E9D7-30B6-48B9-940C-8A74AE3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8.64건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FE8BA-22D9-41E8-86E2-A8F7DEBC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일평균 경보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3F312-B0CB-4D4E-B0F6-B5C381B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14.18건 대비 감소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B4482-E4BB-4099-AB88-D9E8F1D0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04A50-E31B-484F-9A81-01FD201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FF121-CD55-49B1-96C8-C3513EF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ABAF0-8773-4038-A543-9C54691A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Balanced missed 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0B7DD-8085-423F-851C-E439E015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이벤트가 있던 날 경보 0건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4342E-528E-4712-8772-0CC2709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039152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db8d3a781433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78279-5134-46E0-80B5-33424AFB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9D10C-73E1-4B71-969D-6CC0CD6A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DOMAIN 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F6DAF-5B8B-4969-8332-D8CE88C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8687D-964A-46AD-88CD-EE3D9E00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8AFB1-19EB-44B9-8839-D023390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94AB9-4462-4E10-9FD0-3D32E28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반도체 공정 모니터링 언어로 번역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D4706-6F8B-442F-AE5F-E6EA33D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같은 프로젝트도 어떤 언어로 설명하느냐에 따라 포트폴리오의 직무 적합도가 달라집니다.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57DB7-A5F6-4698-A445-4F186B0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3405C-DE55-4B7F-8307-E3F5EF7F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3BC31-9772-4561-B4FB-15E902B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80689-AE34-4231-81EB-7883178B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1CABE-F682-43A1-9CB1-FDE92817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2BE85-EAAE-4E04-86FE-E31E7F6F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40F14-60F0-4E0A-9991-0418BCE6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이상 이벤트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A4B2A-A7C6-4E33-98D0-FA3FAE9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급등락과 변동성 spike를 공정 excursion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또는 상태 이상으로 해석할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57CFD-C6BF-4438-809F-C2D9CE2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EB5FB-74FE-4E95-8895-15ECC189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CA11B-461D-4622-AD58-7378F1AA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D6D86-110D-4751-8B29-F87DF35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9CCD8-8A89-43DE-84E1-CC1EA9BE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6FC04-F4D2-43E8-A774-C09B8404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B4D8D-C849-4CA9-952F-2223C07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오경보 제어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6E793-BAF5-46C8-9F80-5F148B0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cooldown 과 threshold tuning은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중복 알람 억제와 false alarm 제어 문제로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연결됩니다.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0E685-F077-41BA-9E14-C0551B97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2146D-49D6-4CBC-AF5F-183D8533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3B900-089F-4E4B-99A5-DDB7730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A0C94-9435-4E84-AC62-2BD65B8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4D2ACA-D951-4717-964B-4CA8AAAE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8F40FD-E7BF-4D9C-9195-1A9A77A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2C2F03-FA3E-483F-9BAB-DE9FA43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운영 모드 분리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C3BDA-2EBC-455A-B463-AC1B749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balanced는 탐지형 기본 운영안,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conservative는 야간 또는 보수 모드로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설명할 수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CC7E9C-16CF-4C2F-B517-8EFA641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50443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75CA95-CAEF-49D5-9851-0C61415D3D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8313ea03d4b7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90EA-6928-4294-A26A-F44F45F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E0DD1-8C94-4F97-8313-ED106D0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33226-61B5-4F66-B32B-EFF289B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70761-BAA9-4FE3-ACB8-57693BC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A595E-FCD4-457A-9EEB-2352EA5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66023-E464-45A2-9C83-A7791035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이 프로젝트가 보여주는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E55D8-5C77-4FD7-9B73-578C17F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데이터 감사부터 운영 규칙 설계, 직무 언어 번역까지 한 흐름으로 연결한 포트폴리오입니다.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90D8F-778A-426D-B037-17005753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F159C-EEE6-4CB2-8CC3-2B15BEBF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035D-D090-4BF4-8EDD-9755493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DA422-09D3-4FFF-9E98-C47CC7E4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6B051-CC0E-4AB1-9EC9-95FD5DA3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79C17-3300-4D8F-8C47-8F1559C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2A7A2-0CE4-4903-920F-61E49D0A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분석 역량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09626-E1E0-480B-8B64-4FDF827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시계열 품질 점검, drift 분석, feature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review, baseline 비교를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end-to-end로 수행했습니다.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BBDD8-AB0D-47A8-83F9-784F6D9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26764-F1EE-4EA1-972E-3AABB5E2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8B96E-802E-4E02-A9A7-86EAA71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16170-3105-4442-93B3-86038587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B5BAD-ECEF-403F-9DF0-A364FF8F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353DA-EB88-4274-80A2-A3138A9A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58CC9-4EA9-4F4F-BD24-B9BF8FC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운영 역량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6F87C-A433-4D28-864E-AC9C7145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validation 기반 rule tuning과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daily monitoring KPI 설계를 통해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실무 적용 가능성을 높였습니다.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F8282-0B0D-493B-B175-848B6C1B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A7BCA-E9AC-4DD9-BB01-C69735DC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2E8563-2665-4380-A20C-E6B8E77B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30381-E65A-4C7F-9E3B-BDAF42D9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7F521-8F69-42E9-9F82-202FA127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71C54-2108-41E5-8C19-9A79FDD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8A875-4398-450D-92B6-DA78F6E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커뮤니케이션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F2BFD1-C890-4E2B-963A-F1906A34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금융 데이터를 반도체 공정 모니터링 문제로 번역해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포트폴리오 메시지를 명확히 만들었습니다.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1AF2F-5D5F-49A0-A4DD-2939DAD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Generated art plate is used as visual direction; all meaningful copy and structure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17947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2026-04-17T16:32:04.8050000Z</dcterms:created>
  <dcterms:modified xsi:type="dcterms:W3CDTF">2026-04-17T16:32:04.8060000Z</dcterms:modified>
</coreProperties>
</file>